
<file path=[Content_Types].xml><?xml version="1.0" encoding="utf-8"?>
<Types xmlns="http://schemas.openxmlformats.org/package/2006/content-types"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9144000" cy="5143500" type="screen16x9"/>
  <p:notesSz cx="6858000" cy="9144000"/>
  <p:defaultTextStyle>
    <a:defPPr marL="0" marR="0" indent="0" algn="l" defTabSz="342891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675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308066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75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Light"/>
        <a:ea typeface="Helvetica Light"/>
        <a:cs typeface="Helvetica Light"/>
        <a:sym typeface="Helvetica Light"/>
      </a:defRPr>
    </a:lvl1pPr>
    <a:lvl2pPr marL="0" marR="0" indent="0" algn="ctr" defTabSz="308066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75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Light"/>
        <a:ea typeface="Helvetica Light"/>
        <a:cs typeface="Helvetica Light"/>
        <a:sym typeface="Helvetica Light"/>
      </a:defRPr>
    </a:lvl2pPr>
    <a:lvl3pPr marL="0" marR="0" indent="0" algn="ctr" defTabSz="308066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75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Light"/>
        <a:ea typeface="Helvetica Light"/>
        <a:cs typeface="Helvetica Light"/>
        <a:sym typeface="Helvetica Light"/>
      </a:defRPr>
    </a:lvl3pPr>
    <a:lvl4pPr marL="0" marR="0" indent="0" algn="ctr" defTabSz="308066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75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Light"/>
        <a:ea typeface="Helvetica Light"/>
        <a:cs typeface="Helvetica Light"/>
        <a:sym typeface="Helvetica Light"/>
      </a:defRPr>
    </a:lvl4pPr>
    <a:lvl5pPr marL="0" marR="0" indent="0" algn="ctr" defTabSz="308066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75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Light"/>
        <a:ea typeface="Helvetica Light"/>
        <a:cs typeface="Helvetica Light"/>
        <a:sym typeface="Helvetica Light"/>
      </a:defRPr>
    </a:lvl5pPr>
    <a:lvl6pPr marL="0" marR="0" indent="0" algn="ctr" defTabSz="308066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75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Light"/>
        <a:ea typeface="Helvetica Light"/>
        <a:cs typeface="Helvetica Light"/>
        <a:sym typeface="Helvetica Light"/>
      </a:defRPr>
    </a:lvl6pPr>
    <a:lvl7pPr marL="0" marR="0" indent="0" algn="ctr" defTabSz="308066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75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Light"/>
        <a:ea typeface="Helvetica Light"/>
        <a:cs typeface="Helvetica Light"/>
        <a:sym typeface="Helvetica Light"/>
      </a:defRPr>
    </a:lvl7pPr>
    <a:lvl8pPr marL="0" marR="0" indent="0" algn="ctr" defTabSz="308066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75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Light"/>
        <a:ea typeface="Helvetica Light"/>
        <a:cs typeface="Helvetica Light"/>
        <a:sym typeface="Helvetica Light"/>
      </a:defRPr>
    </a:lvl8pPr>
    <a:lvl9pPr marL="0" marR="0" indent="0" algn="ctr" defTabSz="308066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75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Light"/>
        <a:ea typeface="Helvetica Light"/>
        <a:cs typeface="Helvetica Light"/>
        <a:sym typeface="Helvetica Light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35BA8"/>
    <a:srgbClr val="1167AF"/>
    <a:srgbClr val="0A4D9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D2E8"/>
          </a:solidFill>
        </a:fill>
      </a:tcStyle>
    </a:wholeTbl>
    <a:band2H>
      <a:tcTxStyle/>
      <a:tcStyle>
        <a:tcBdr/>
        <a:fill>
          <a:solidFill>
            <a:srgbClr val="E6EAF4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508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508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2E7CB"/>
          </a:solidFill>
        </a:fill>
      </a:tcStyle>
    </a:wholeTbl>
    <a:band2H>
      <a:tcTxStyle/>
      <a:tcStyle>
        <a:tcBdr/>
        <a:fill>
          <a:solidFill>
            <a:srgbClr val="F8F4E7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508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508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5CDDE"/>
          </a:solidFill>
        </a:fill>
      </a:tcStyle>
    </a:wholeTbl>
    <a:band2H>
      <a:tcTxStyle/>
      <a:tcStyle>
        <a:tcBdr/>
        <a:fill>
          <a:solidFill>
            <a:srgbClr val="EBE8E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508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508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635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508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508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635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133"/>
    <p:restoredTop sz="94521"/>
  </p:normalViewPr>
  <p:slideViewPr>
    <p:cSldViewPr snapToGrid="0" snapToObjects="1">
      <p:cViewPr varScale="1">
        <p:scale>
          <a:sx n="154" d="100"/>
          <a:sy n="154" d="100"/>
        </p:scale>
        <p:origin x="109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Shape 116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17" name="Shape 117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241095" latinLnBrk="0">
      <a:lnSpc>
        <a:spcPct val="117999"/>
      </a:lnSpc>
      <a:defRPr sz="1125">
        <a:latin typeface="+mn-lt"/>
        <a:ea typeface="+mn-ea"/>
        <a:cs typeface="+mn-cs"/>
        <a:sym typeface="Helvetica Neue"/>
      </a:defRPr>
    </a:lvl1pPr>
    <a:lvl2pPr indent="85723" defTabSz="241095" latinLnBrk="0">
      <a:lnSpc>
        <a:spcPct val="117999"/>
      </a:lnSpc>
      <a:defRPr sz="1125">
        <a:latin typeface="+mn-lt"/>
        <a:ea typeface="+mn-ea"/>
        <a:cs typeface="+mn-cs"/>
        <a:sym typeface="Helvetica Neue"/>
      </a:defRPr>
    </a:lvl2pPr>
    <a:lvl3pPr indent="171446" defTabSz="241095" latinLnBrk="0">
      <a:lnSpc>
        <a:spcPct val="117999"/>
      </a:lnSpc>
      <a:defRPr sz="1125">
        <a:latin typeface="+mn-lt"/>
        <a:ea typeface="+mn-ea"/>
        <a:cs typeface="+mn-cs"/>
        <a:sym typeface="Helvetica Neue"/>
      </a:defRPr>
    </a:lvl3pPr>
    <a:lvl4pPr indent="257169" defTabSz="241095" latinLnBrk="0">
      <a:lnSpc>
        <a:spcPct val="117999"/>
      </a:lnSpc>
      <a:defRPr sz="1125">
        <a:latin typeface="+mn-lt"/>
        <a:ea typeface="+mn-ea"/>
        <a:cs typeface="+mn-cs"/>
        <a:sym typeface="Helvetica Neue"/>
      </a:defRPr>
    </a:lvl4pPr>
    <a:lvl5pPr indent="342891" defTabSz="241095" latinLnBrk="0">
      <a:lnSpc>
        <a:spcPct val="117999"/>
      </a:lnSpc>
      <a:defRPr sz="1125">
        <a:latin typeface="+mn-lt"/>
        <a:ea typeface="+mn-ea"/>
        <a:cs typeface="+mn-cs"/>
        <a:sym typeface="Helvetica Neue"/>
      </a:defRPr>
    </a:lvl5pPr>
    <a:lvl6pPr indent="428614" defTabSz="241095" latinLnBrk="0">
      <a:lnSpc>
        <a:spcPct val="117999"/>
      </a:lnSpc>
      <a:defRPr sz="1125">
        <a:latin typeface="+mn-lt"/>
        <a:ea typeface="+mn-ea"/>
        <a:cs typeface="+mn-cs"/>
        <a:sym typeface="Helvetica Neue"/>
      </a:defRPr>
    </a:lvl6pPr>
    <a:lvl7pPr indent="514337" defTabSz="241095" latinLnBrk="0">
      <a:lnSpc>
        <a:spcPct val="117999"/>
      </a:lnSpc>
      <a:defRPr sz="1125">
        <a:latin typeface="+mn-lt"/>
        <a:ea typeface="+mn-ea"/>
        <a:cs typeface="+mn-cs"/>
        <a:sym typeface="Helvetica Neue"/>
      </a:defRPr>
    </a:lvl7pPr>
    <a:lvl8pPr indent="600060" defTabSz="241095" latinLnBrk="0">
      <a:lnSpc>
        <a:spcPct val="117999"/>
      </a:lnSpc>
      <a:defRPr sz="1125">
        <a:latin typeface="+mn-lt"/>
        <a:ea typeface="+mn-ea"/>
        <a:cs typeface="+mn-cs"/>
        <a:sym typeface="Helvetica Neue"/>
      </a:defRPr>
    </a:lvl8pPr>
    <a:lvl9pPr indent="685783" defTabSz="241095" latinLnBrk="0">
      <a:lnSpc>
        <a:spcPct val="117999"/>
      </a:lnSpc>
      <a:defRPr sz="1125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el &amp; Unter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12"/>
          <p:cNvSpPr>
            <a:spLocks noGrp="1"/>
          </p:cNvSpPr>
          <p:nvPr>
            <p:ph type="body" sz="quarter" idx="1"/>
          </p:nvPr>
        </p:nvSpPr>
        <p:spPr>
          <a:xfrm>
            <a:off x="1812728" y="2652118"/>
            <a:ext cx="5518547" cy="596057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1650"/>
            </a:lvl1pPr>
            <a:lvl2pPr marL="0" indent="0" algn="ctr">
              <a:spcBef>
                <a:spcPts val="0"/>
              </a:spcBef>
              <a:buSzTx/>
              <a:buNone/>
              <a:defRPr sz="1650"/>
            </a:lvl2pPr>
            <a:lvl3pPr marL="0" indent="0" algn="ctr">
              <a:spcBef>
                <a:spcPts val="0"/>
              </a:spcBef>
              <a:buSzTx/>
              <a:buNone/>
              <a:defRPr sz="1650"/>
            </a:lvl3pPr>
            <a:lvl4pPr marL="0" indent="0" algn="ctr">
              <a:spcBef>
                <a:spcPts val="0"/>
              </a:spcBef>
              <a:buSzTx/>
              <a:buNone/>
              <a:defRPr sz="1650"/>
            </a:lvl4pPr>
            <a:lvl5pPr marL="0" indent="0" algn="ctr">
              <a:spcBef>
                <a:spcPts val="0"/>
              </a:spcBef>
              <a:buSzTx/>
              <a:buNone/>
              <a:defRPr sz="1650"/>
            </a:lvl5pPr>
          </a:lstStyle>
          <a:p>
            <a:r>
              <a:t>Textebene 1</a:t>
            </a:r>
          </a:p>
          <a:p>
            <a:pPr lvl="1"/>
            <a:r>
              <a:t>Textebene 2</a:t>
            </a:r>
          </a:p>
          <a:p>
            <a:pPr lvl="2"/>
            <a:r>
              <a:t>Textebene 3</a:t>
            </a:r>
          </a:p>
          <a:p>
            <a:pPr lvl="3"/>
            <a:r>
              <a:t>Textebene 4</a:t>
            </a:r>
          </a:p>
          <a:p>
            <a:pPr lvl="4"/>
            <a:r>
              <a:t>Textebene 5</a:t>
            </a:r>
          </a:p>
        </p:txBody>
      </p:sp>
    </p:spTree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Foto -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20"/>
          <p:cNvSpPr>
            <a:spLocks noGrp="1"/>
          </p:cNvSpPr>
          <p:nvPr>
            <p:ph type="pic" sz="half" idx="13"/>
          </p:nvPr>
        </p:nvSpPr>
        <p:spPr>
          <a:xfrm>
            <a:off x="1990205" y="334863"/>
            <a:ext cx="5156895" cy="3120926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21" name="Shape 21"/>
          <p:cNvSpPr>
            <a:spLocks noGrp="1"/>
          </p:cNvSpPr>
          <p:nvPr>
            <p:ph type="title"/>
          </p:nvPr>
        </p:nvSpPr>
        <p:spPr>
          <a:xfrm>
            <a:off x="1812728" y="3542854"/>
            <a:ext cx="5518547" cy="750094"/>
          </a:xfrm>
          <a:prstGeom prst="rect">
            <a:avLst/>
          </a:prstGeom>
        </p:spPr>
        <p:txBody>
          <a:bodyPr anchor="b"/>
          <a:lstStyle/>
          <a:p>
            <a:r>
              <a:t>Titeltext</a:t>
            </a:r>
          </a:p>
        </p:txBody>
      </p:sp>
      <p:sp>
        <p:nvSpPr>
          <p:cNvPr id="22" name="Shape 22"/>
          <p:cNvSpPr>
            <a:spLocks noGrp="1"/>
          </p:cNvSpPr>
          <p:nvPr>
            <p:ph type="body" sz="quarter" idx="1"/>
          </p:nvPr>
        </p:nvSpPr>
        <p:spPr>
          <a:xfrm>
            <a:off x="1812728" y="4319737"/>
            <a:ext cx="5518547" cy="596057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1650"/>
            </a:lvl1pPr>
            <a:lvl2pPr marL="0" indent="0" algn="ctr">
              <a:spcBef>
                <a:spcPts val="0"/>
              </a:spcBef>
              <a:buSzTx/>
              <a:buNone/>
              <a:defRPr sz="1650"/>
            </a:lvl2pPr>
            <a:lvl3pPr marL="0" indent="0" algn="ctr">
              <a:spcBef>
                <a:spcPts val="0"/>
              </a:spcBef>
              <a:buSzTx/>
              <a:buNone/>
              <a:defRPr sz="1650"/>
            </a:lvl3pPr>
            <a:lvl4pPr marL="0" indent="0" algn="ctr">
              <a:spcBef>
                <a:spcPts val="0"/>
              </a:spcBef>
              <a:buSzTx/>
              <a:buNone/>
              <a:defRPr sz="1650"/>
            </a:lvl4pPr>
            <a:lvl5pPr marL="0" indent="0" algn="ctr">
              <a:spcBef>
                <a:spcPts val="0"/>
              </a:spcBef>
              <a:buSzTx/>
              <a:buNone/>
              <a:defRPr sz="1650"/>
            </a:lvl5pPr>
          </a:lstStyle>
          <a:p>
            <a:r>
              <a:t>Textebene 1</a:t>
            </a:r>
          </a:p>
          <a:p>
            <a:pPr lvl="1"/>
            <a:r>
              <a:t>Textebene 2</a:t>
            </a:r>
          </a:p>
          <a:p>
            <a:pPr lvl="2"/>
            <a:r>
              <a:t>Textebene 3</a:t>
            </a:r>
          </a:p>
          <a:p>
            <a:pPr lvl="3"/>
            <a:r>
              <a:t>Textebene 4</a:t>
            </a:r>
          </a:p>
          <a:p>
            <a:pPr lvl="4"/>
            <a:r>
              <a:t>Textebene 5</a:t>
            </a:r>
          </a:p>
        </p:txBody>
      </p:sp>
      <p:sp>
        <p:nvSpPr>
          <p:cNvPr id="23" name="Shape 23"/>
          <p:cNvSpPr>
            <a:spLocks noGrp="1"/>
          </p:cNvSpPr>
          <p:nvPr>
            <p:ph type="sldNum" sz="quarter" idx="2"/>
          </p:nvPr>
        </p:nvSpPr>
        <p:spPr>
          <a:xfrm>
            <a:off x="4374690" y="4875610"/>
            <a:ext cx="387927" cy="282769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‹Nr.›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el - Mit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30"/>
          <p:cNvSpPr>
            <a:spLocks noGrp="1"/>
          </p:cNvSpPr>
          <p:nvPr>
            <p:ph type="title"/>
          </p:nvPr>
        </p:nvSpPr>
        <p:spPr>
          <a:xfrm>
            <a:off x="1812728" y="1701107"/>
            <a:ext cx="5518547" cy="1741289"/>
          </a:xfrm>
          <a:prstGeom prst="rect">
            <a:avLst/>
          </a:prstGeom>
        </p:spPr>
        <p:txBody>
          <a:bodyPr/>
          <a:lstStyle/>
          <a:p>
            <a:r>
              <a:t>Titeltext</a:t>
            </a:r>
          </a:p>
        </p:txBody>
      </p:sp>
      <p:sp>
        <p:nvSpPr>
          <p:cNvPr id="31" name="Shape 31"/>
          <p:cNvSpPr>
            <a:spLocks noGrp="1"/>
          </p:cNvSpPr>
          <p:nvPr>
            <p:ph type="sldNum" sz="quarter" idx="2"/>
          </p:nvPr>
        </p:nvSpPr>
        <p:spPr>
          <a:xfrm>
            <a:off x="4374690" y="4878959"/>
            <a:ext cx="387927" cy="282769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‹Nr.›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Foto - Vertik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hape 38"/>
          <p:cNvSpPr>
            <a:spLocks noGrp="1"/>
          </p:cNvSpPr>
          <p:nvPr>
            <p:ph type="pic" sz="half" idx="13"/>
          </p:nvPr>
        </p:nvSpPr>
        <p:spPr>
          <a:xfrm>
            <a:off x="4685853" y="334864"/>
            <a:ext cx="2812852" cy="4339829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39" name="Shape 39"/>
          <p:cNvSpPr>
            <a:spLocks noGrp="1"/>
          </p:cNvSpPr>
          <p:nvPr>
            <p:ph type="title"/>
          </p:nvPr>
        </p:nvSpPr>
        <p:spPr>
          <a:xfrm>
            <a:off x="1645295" y="334863"/>
            <a:ext cx="2812852" cy="2102942"/>
          </a:xfrm>
          <a:prstGeom prst="rect">
            <a:avLst/>
          </a:prstGeom>
        </p:spPr>
        <p:txBody>
          <a:bodyPr anchor="b"/>
          <a:lstStyle>
            <a:lvl1pPr>
              <a:defRPr sz="3150"/>
            </a:lvl1pPr>
          </a:lstStyle>
          <a:p>
            <a:r>
              <a:t>Titeltext</a:t>
            </a:r>
          </a:p>
        </p:txBody>
      </p:sp>
      <p:sp>
        <p:nvSpPr>
          <p:cNvPr id="40" name="Shape 40"/>
          <p:cNvSpPr>
            <a:spLocks noGrp="1"/>
          </p:cNvSpPr>
          <p:nvPr>
            <p:ph type="body" sz="quarter" idx="1"/>
          </p:nvPr>
        </p:nvSpPr>
        <p:spPr>
          <a:xfrm>
            <a:off x="1645295" y="2511476"/>
            <a:ext cx="2812852" cy="2163217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1650"/>
            </a:lvl1pPr>
            <a:lvl2pPr marL="0" indent="0" algn="ctr">
              <a:spcBef>
                <a:spcPts val="0"/>
              </a:spcBef>
              <a:buSzTx/>
              <a:buNone/>
              <a:defRPr sz="1650"/>
            </a:lvl2pPr>
            <a:lvl3pPr marL="0" indent="0" algn="ctr">
              <a:spcBef>
                <a:spcPts val="0"/>
              </a:spcBef>
              <a:buSzTx/>
              <a:buNone/>
              <a:defRPr sz="1650"/>
            </a:lvl3pPr>
            <a:lvl4pPr marL="0" indent="0" algn="ctr">
              <a:spcBef>
                <a:spcPts val="0"/>
              </a:spcBef>
              <a:buSzTx/>
              <a:buNone/>
              <a:defRPr sz="1650"/>
            </a:lvl4pPr>
            <a:lvl5pPr marL="0" indent="0" algn="ctr">
              <a:spcBef>
                <a:spcPts val="0"/>
              </a:spcBef>
              <a:buSzTx/>
              <a:buNone/>
              <a:defRPr sz="1650"/>
            </a:lvl5pPr>
          </a:lstStyle>
          <a:p>
            <a:r>
              <a:t>Textebene 1</a:t>
            </a:r>
          </a:p>
          <a:p>
            <a:pPr lvl="1"/>
            <a:r>
              <a:t>Textebene 2</a:t>
            </a:r>
          </a:p>
          <a:p>
            <a:pPr lvl="2"/>
            <a:r>
              <a:t>Textebene 3</a:t>
            </a:r>
          </a:p>
          <a:p>
            <a:pPr lvl="3"/>
            <a:r>
              <a:t>Textebene 4</a:t>
            </a:r>
          </a:p>
          <a:p>
            <a:pPr lvl="4"/>
            <a:r>
              <a:t>Textebene 5</a:t>
            </a:r>
          </a:p>
        </p:txBody>
      </p:sp>
      <p:sp>
        <p:nvSpPr>
          <p:cNvPr id="41" name="Shape 41"/>
          <p:cNvSpPr>
            <a:spLocks noGrp="1"/>
          </p:cNvSpPr>
          <p:nvPr>
            <p:ph type="sldNum" sz="quarter" idx="2"/>
          </p:nvPr>
        </p:nvSpPr>
        <p:spPr>
          <a:xfrm>
            <a:off x="4374690" y="4878959"/>
            <a:ext cx="387927" cy="282769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‹Nr.›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el - Ob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Shape 48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Titeltext</a:t>
            </a:r>
          </a:p>
        </p:txBody>
      </p:sp>
      <p:sp>
        <p:nvSpPr>
          <p:cNvPr id="49" name="Shape 49"/>
          <p:cNvSpPr>
            <a:spLocks noGrp="1"/>
          </p:cNvSpPr>
          <p:nvPr>
            <p:ph type="sldNum" sz="quarter" idx="2"/>
          </p:nvPr>
        </p:nvSpPr>
        <p:spPr>
          <a:xfrm>
            <a:off x="4374690" y="4878959"/>
            <a:ext cx="387927" cy="282769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‹Nr.›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el &amp; Aufzähl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Shape 56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Titeltext</a:t>
            </a:r>
          </a:p>
        </p:txBody>
      </p:sp>
      <p:sp>
        <p:nvSpPr>
          <p:cNvPr id="57" name="Shape 57"/>
          <p:cNvSpPr>
            <a:spLocks noGrp="1"/>
          </p:cNvSpPr>
          <p:nvPr>
            <p:ph type="body" idx="1"/>
          </p:nvPr>
        </p:nvSpPr>
        <p:spPr>
          <a:xfrm>
            <a:off x="1645295" y="1372940"/>
            <a:ext cx="5853410" cy="3315147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/>
          <a:p>
            <a:r>
              <a:t>Textebene 1</a:t>
            </a:r>
          </a:p>
          <a:p>
            <a:pPr lvl="1"/>
            <a:r>
              <a:t>Textebene 2</a:t>
            </a:r>
          </a:p>
          <a:p>
            <a:pPr lvl="2"/>
            <a:r>
              <a:t>Textebene 3</a:t>
            </a:r>
          </a:p>
          <a:p>
            <a:pPr lvl="3"/>
            <a:r>
              <a:t>Textebene 4</a:t>
            </a:r>
          </a:p>
          <a:p>
            <a:pPr lvl="4"/>
            <a:r>
              <a:t>Textebene 5</a:t>
            </a:r>
          </a:p>
        </p:txBody>
      </p:sp>
      <p:sp>
        <p:nvSpPr>
          <p:cNvPr id="58" name="Shape 58"/>
          <p:cNvSpPr>
            <a:spLocks noGrp="1"/>
          </p:cNvSpPr>
          <p:nvPr>
            <p:ph type="sldNum" sz="quarter" idx="2"/>
          </p:nvPr>
        </p:nvSpPr>
        <p:spPr>
          <a:xfrm>
            <a:off x="4374690" y="4878959"/>
            <a:ext cx="387927" cy="282769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‹Nr.›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el, Aufzählung &amp;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hape 65"/>
          <p:cNvSpPr>
            <a:spLocks noGrp="1"/>
          </p:cNvSpPr>
          <p:nvPr>
            <p:ph type="pic" sz="quarter" idx="13"/>
          </p:nvPr>
        </p:nvSpPr>
        <p:spPr>
          <a:xfrm>
            <a:off x="4685853" y="1372940"/>
            <a:ext cx="2812852" cy="3315147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66" name="Shape 66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Titeltext</a:t>
            </a:r>
          </a:p>
        </p:txBody>
      </p:sp>
      <p:sp>
        <p:nvSpPr>
          <p:cNvPr id="67" name="Shape 67"/>
          <p:cNvSpPr>
            <a:spLocks noGrp="1"/>
          </p:cNvSpPr>
          <p:nvPr>
            <p:ph type="body" sz="quarter" idx="1"/>
          </p:nvPr>
        </p:nvSpPr>
        <p:spPr>
          <a:xfrm>
            <a:off x="1645295" y="1372940"/>
            <a:ext cx="2812852" cy="3315147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>
            <a:lvl1pPr marL="174514" indent="-174514">
              <a:spcBef>
                <a:spcPts val="1688"/>
              </a:spcBef>
              <a:defRPr sz="1425"/>
            </a:lvl1pPr>
            <a:lvl2pPr marL="303103" indent="-174514">
              <a:spcBef>
                <a:spcPts val="1688"/>
              </a:spcBef>
              <a:defRPr sz="1425"/>
            </a:lvl2pPr>
            <a:lvl3pPr marL="431693" indent="-174514">
              <a:spcBef>
                <a:spcPts val="1688"/>
              </a:spcBef>
              <a:defRPr sz="1425"/>
            </a:lvl3pPr>
            <a:lvl4pPr marL="560281" indent="-174514">
              <a:spcBef>
                <a:spcPts val="1688"/>
              </a:spcBef>
              <a:defRPr sz="1425"/>
            </a:lvl4pPr>
            <a:lvl5pPr marL="688871" indent="-174514">
              <a:spcBef>
                <a:spcPts val="1688"/>
              </a:spcBef>
              <a:defRPr sz="1425"/>
            </a:lvl5pPr>
          </a:lstStyle>
          <a:p>
            <a:r>
              <a:t>Textebene 1</a:t>
            </a:r>
          </a:p>
          <a:p>
            <a:pPr lvl="1"/>
            <a:r>
              <a:t>Textebene 2</a:t>
            </a:r>
          </a:p>
          <a:p>
            <a:pPr lvl="2"/>
            <a:r>
              <a:t>Textebene 3</a:t>
            </a:r>
          </a:p>
          <a:p>
            <a:pPr lvl="3"/>
            <a:r>
              <a:t>Textebene 4</a:t>
            </a:r>
          </a:p>
          <a:p>
            <a:pPr lvl="4"/>
            <a:r>
              <a:t>Textebene 5</a:t>
            </a:r>
          </a:p>
        </p:txBody>
      </p:sp>
      <p:sp>
        <p:nvSpPr>
          <p:cNvPr id="68" name="Shape 68"/>
          <p:cNvSpPr>
            <a:spLocks noGrp="1"/>
          </p:cNvSpPr>
          <p:nvPr>
            <p:ph type="sldNum" sz="quarter" idx="2"/>
          </p:nvPr>
        </p:nvSpPr>
        <p:spPr>
          <a:xfrm>
            <a:off x="4374690" y="4878959"/>
            <a:ext cx="387927" cy="282769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‹Nr.›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unk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75"/>
          <p:cNvSpPr>
            <a:spLocks noGrp="1"/>
          </p:cNvSpPr>
          <p:nvPr>
            <p:ph type="body" idx="1"/>
          </p:nvPr>
        </p:nvSpPr>
        <p:spPr>
          <a:xfrm>
            <a:off x="1645295" y="669728"/>
            <a:ext cx="5853410" cy="3804047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/>
          <a:p>
            <a:r>
              <a:t>Textebene 1</a:t>
            </a:r>
          </a:p>
          <a:p>
            <a:pPr lvl="1"/>
            <a:r>
              <a:t>Textebene 2</a:t>
            </a:r>
          </a:p>
          <a:p>
            <a:pPr lvl="2"/>
            <a:r>
              <a:t>Textebene 3</a:t>
            </a:r>
          </a:p>
          <a:p>
            <a:pPr lvl="3"/>
            <a:r>
              <a:t>Textebene 4</a:t>
            </a:r>
          </a:p>
          <a:p>
            <a:pPr lvl="4"/>
            <a:r>
              <a:t>Textebene 5</a:t>
            </a:r>
          </a:p>
        </p:txBody>
      </p:sp>
      <p:sp>
        <p:nvSpPr>
          <p:cNvPr id="76" name="Shape 76"/>
          <p:cNvSpPr>
            <a:spLocks noGrp="1"/>
          </p:cNvSpPr>
          <p:nvPr>
            <p:ph type="sldNum" sz="quarter" idx="2"/>
          </p:nvPr>
        </p:nvSpPr>
        <p:spPr>
          <a:xfrm>
            <a:off x="4374690" y="4878959"/>
            <a:ext cx="387927" cy="282769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‹Nr.›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Foto - 3 Stü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Shape 83"/>
          <p:cNvSpPr>
            <a:spLocks noGrp="1"/>
          </p:cNvSpPr>
          <p:nvPr>
            <p:ph type="pic" sz="quarter" idx="13"/>
          </p:nvPr>
        </p:nvSpPr>
        <p:spPr>
          <a:xfrm>
            <a:off x="4685853" y="2685604"/>
            <a:ext cx="2812852" cy="1989088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4" name="Shape 84"/>
          <p:cNvSpPr>
            <a:spLocks noGrp="1"/>
          </p:cNvSpPr>
          <p:nvPr>
            <p:ph type="pic" sz="quarter" idx="14"/>
          </p:nvPr>
        </p:nvSpPr>
        <p:spPr>
          <a:xfrm>
            <a:off x="4689133" y="468809"/>
            <a:ext cx="2812853" cy="1989088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5" name="Shape 85"/>
          <p:cNvSpPr>
            <a:spLocks noGrp="1"/>
          </p:cNvSpPr>
          <p:nvPr>
            <p:ph type="pic" sz="half" idx="15"/>
          </p:nvPr>
        </p:nvSpPr>
        <p:spPr>
          <a:xfrm>
            <a:off x="1645295" y="468810"/>
            <a:ext cx="2812852" cy="4205883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6" name="Shape 86"/>
          <p:cNvSpPr>
            <a:spLocks noGrp="1"/>
          </p:cNvSpPr>
          <p:nvPr>
            <p:ph type="sldNum" sz="quarter" idx="2"/>
          </p:nvPr>
        </p:nvSpPr>
        <p:spPr>
          <a:xfrm>
            <a:off x="4374690" y="4878959"/>
            <a:ext cx="387927" cy="282769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‹Nr.›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Zi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Shape 93"/>
          <p:cNvSpPr>
            <a:spLocks noGrp="1"/>
          </p:cNvSpPr>
          <p:nvPr>
            <p:ph type="body" sz="quarter" idx="1"/>
          </p:nvPr>
        </p:nvSpPr>
        <p:spPr>
          <a:xfrm>
            <a:off x="1812728" y="3355331"/>
            <a:ext cx="5518547" cy="24779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1200"/>
            </a:lvl1pPr>
          </a:lstStyle>
          <a:p>
            <a:r>
              <a:t>–Christian Bauer</a:t>
            </a:r>
          </a:p>
        </p:txBody>
      </p:sp>
      <p:sp>
        <p:nvSpPr>
          <p:cNvPr id="94" name="Shape 94"/>
          <p:cNvSpPr>
            <a:spLocks noGrp="1"/>
          </p:cNvSpPr>
          <p:nvPr>
            <p:ph type="body" sz="quarter" idx="13"/>
          </p:nvPr>
        </p:nvSpPr>
        <p:spPr>
          <a:xfrm>
            <a:off x="1812728" y="2250282"/>
            <a:ext cx="5518547" cy="361653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SzTx/>
              <a:buNone/>
              <a:defRPr sz="5200"/>
            </a:lvl1pPr>
          </a:lstStyle>
          <a:p>
            <a:pPr marL="0" indent="0" algn="ctr">
              <a:spcBef>
                <a:spcPts val="0"/>
              </a:spcBef>
              <a:buSzTx/>
              <a:buNone/>
              <a:defRPr sz="5200"/>
            </a:pPr>
            <a:endParaRPr/>
          </a:p>
        </p:txBody>
      </p:sp>
      <p:sp>
        <p:nvSpPr>
          <p:cNvPr id="95" name="Shape 95"/>
          <p:cNvSpPr>
            <a:spLocks noGrp="1"/>
          </p:cNvSpPr>
          <p:nvPr>
            <p:ph type="sldNum" sz="quarter" idx="2"/>
          </p:nvPr>
        </p:nvSpPr>
        <p:spPr>
          <a:xfrm>
            <a:off x="4374690" y="4878959"/>
            <a:ext cx="387927" cy="282769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‹Nr.›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Shape 102"/>
          <p:cNvSpPr>
            <a:spLocks noGrp="1"/>
          </p:cNvSpPr>
          <p:nvPr>
            <p:ph type="pic" idx="13"/>
          </p:nvPr>
        </p:nvSpPr>
        <p:spPr>
          <a:xfrm>
            <a:off x="1143000" y="0"/>
            <a:ext cx="6858000" cy="51435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103" name="Shape 103"/>
          <p:cNvSpPr>
            <a:spLocks noGrp="1"/>
          </p:cNvSpPr>
          <p:nvPr>
            <p:ph type="sldNum" sz="quarter" idx="2"/>
          </p:nvPr>
        </p:nvSpPr>
        <p:spPr>
          <a:xfrm>
            <a:off x="4374690" y="4878959"/>
            <a:ext cx="387927" cy="282769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‹Nr.›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Shape 110"/>
          <p:cNvSpPr>
            <a:spLocks noGrp="1"/>
          </p:cNvSpPr>
          <p:nvPr>
            <p:ph type="sldNum" sz="quarter" idx="2"/>
          </p:nvPr>
        </p:nvSpPr>
        <p:spPr>
          <a:xfrm>
            <a:off x="4374690" y="4878959"/>
            <a:ext cx="387927" cy="282769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‹Nr.›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>
            <a:spLocks noGrp="1"/>
          </p:cNvSpPr>
          <p:nvPr>
            <p:ph type="title"/>
          </p:nvPr>
        </p:nvSpPr>
        <p:spPr>
          <a:xfrm>
            <a:off x="1645295" y="234405"/>
            <a:ext cx="5853410" cy="11385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71437" tIns="71437" rIns="71437" bIns="71437" anchor="ctr">
            <a:normAutofit/>
          </a:bodyPr>
          <a:lstStyle/>
          <a:p>
            <a:r>
              <a:t>Titeltext</a:t>
            </a:r>
          </a:p>
        </p:txBody>
      </p:sp>
      <p:sp>
        <p:nvSpPr>
          <p:cNvPr id="12" name="Shape 119">
            <a:extLst>
              <a:ext uri="{FF2B5EF4-FFF2-40B4-BE49-F238E27FC236}">
                <a16:creationId xmlns:a16="http://schemas.microsoft.com/office/drawing/2014/main" id="{21D34205-0077-EDD4-318B-A987251DAF5E}"/>
              </a:ext>
            </a:extLst>
          </p:cNvPr>
          <p:cNvSpPr txBox="1">
            <a:spLocks/>
          </p:cNvSpPr>
          <p:nvPr userDrawn="1"/>
        </p:nvSpPr>
        <p:spPr>
          <a:xfrm>
            <a:off x="7844395" y="234405"/>
            <a:ext cx="1154641" cy="5056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71437" tIns="71437" rIns="71437" bIns="71437" anchor="b">
            <a:noAutofit/>
          </a:bodyPr>
          <a:lstStyle>
            <a:lvl1pPr marL="0" marR="0" indent="0" algn="ctr" defTabSz="41076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Light"/>
                <a:ea typeface="Helvetica Light"/>
                <a:cs typeface="Helvetica Light"/>
                <a:sym typeface="Helvetica Light"/>
              </a:defRPr>
            </a:lvl1pPr>
            <a:lvl2pPr marL="0" marR="0" indent="0" algn="ctr" defTabSz="41076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Light"/>
                <a:ea typeface="Helvetica Light"/>
                <a:cs typeface="Helvetica Light"/>
                <a:sym typeface="Helvetica Light"/>
              </a:defRPr>
            </a:lvl2pPr>
            <a:lvl3pPr marL="0" marR="0" indent="0" algn="ctr" defTabSz="41076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Light"/>
                <a:ea typeface="Helvetica Light"/>
                <a:cs typeface="Helvetica Light"/>
                <a:sym typeface="Helvetica Light"/>
              </a:defRPr>
            </a:lvl3pPr>
            <a:lvl4pPr marL="0" marR="0" indent="0" algn="ctr" defTabSz="41076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Light"/>
                <a:ea typeface="Helvetica Light"/>
                <a:cs typeface="Helvetica Light"/>
                <a:sym typeface="Helvetica Light"/>
              </a:defRPr>
            </a:lvl4pPr>
            <a:lvl5pPr marL="0" marR="0" indent="0" algn="ctr" defTabSz="41076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Light"/>
                <a:ea typeface="Helvetica Light"/>
                <a:cs typeface="Helvetica Light"/>
                <a:sym typeface="Helvetica Light"/>
              </a:defRPr>
            </a:lvl5pPr>
            <a:lvl6pPr marL="0" marR="0" indent="0" algn="ctr" defTabSz="41076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Light"/>
                <a:ea typeface="Helvetica Light"/>
                <a:cs typeface="Helvetica Light"/>
                <a:sym typeface="Helvetica Light"/>
              </a:defRPr>
            </a:lvl6pPr>
            <a:lvl7pPr marL="0" marR="0" indent="0" algn="ctr" defTabSz="41076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Light"/>
                <a:ea typeface="Helvetica Light"/>
                <a:cs typeface="Helvetica Light"/>
                <a:sym typeface="Helvetica Light"/>
              </a:defRPr>
            </a:lvl7pPr>
            <a:lvl8pPr marL="0" marR="0" indent="0" algn="ctr" defTabSz="41076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Light"/>
                <a:ea typeface="Helvetica Light"/>
                <a:cs typeface="Helvetica Light"/>
                <a:sym typeface="Helvetica Light"/>
              </a:defRPr>
            </a:lvl8pPr>
            <a:lvl9pPr marL="0" marR="0" indent="0" algn="ctr" defTabSz="41076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Light"/>
                <a:ea typeface="Helvetica Light"/>
                <a:cs typeface="Helvetica Light"/>
                <a:sym typeface="Helvetica Light"/>
              </a:defRPr>
            </a:lvl9pPr>
          </a:lstStyle>
          <a:p>
            <a:pPr algn="l" defTabSz="227978" hangingPunct="1">
              <a:defRPr sz="8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de-DE" sz="2400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#</a:t>
            </a:r>
            <a:r>
              <a:rPr lang="de-DE" sz="2400" dirty="0" err="1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ittage</a:t>
            </a:r>
            <a:endParaRPr lang="de-DE" sz="2400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09B9E0F9-56F0-266C-66BC-1FE69F440F76}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35BA8"/>
          </a:solidFill>
          <a:ln w="25400" cap="flat">
            <a:solidFill>
              <a:schemeClr val="accent1"/>
            </a:solidFill>
            <a:prstDash val="solid"/>
            <a:round/>
          </a:ln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marL="0" marR="0" indent="0" algn="ctr" defTabSz="821531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de-DE" sz="50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120B5A45-9AF3-2A81-4F6C-270C51C28C42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rcRect t="1546" b="1546"/>
          <a:stretch/>
        </p:blipFill>
        <p:spPr>
          <a:xfrm>
            <a:off x="4703736" y="344385"/>
            <a:ext cx="4321515" cy="3871154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 spd="med"/>
  <p:txStyles>
    <p:titleStyle>
      <a:lvl1pPr marL="0" marR="0" indent="0" algn="ctr" defTabSz="308078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Light"/>
          <a:ea typeface="Helvetica Light"/>
          <a:cs typeface="Helvetica Light"/>
          <a:sym typeface="Helvetica Light"/>
        </a:defRPr>
      </a:lvl1pPr>
      <a:lvl2pPr marL="0" marR="0" indent="0" algn="ctr" defTabSz="308078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Light"/>
          <a:ea typeface="Helvetica Light"/>
          <a:cs typeface="Helvetica Light"/>
          <a:sym typeface="Helvetica Light"/>
        </a:defRPr>
      </a:lvl2pPr>
      <a:lvl3pPr marL="0" marR="0" indent="0" algn="ctr" defTabSz="308078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Light"/>
          <a:ea typeface="Helvetica Light"/>
          <a:cs typeface="Helvetica Light"/>
          <a:sym typeface="Helvetica Light"/>
        </a:defRPr>
      </a:lvl3pPr>
      <a:lvl4pPr marL="0" marR="0" indent="0" algn="ctr" defTabSz="308078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Light"/>
          <a:ea typeface="Helvetica Light"/>
          <a:cs typeface="Helvetica Light"/>
          <a:sym typeface="Helvetica Light"/>
        </a:defRPr>
      </a:lvl4pPr>
      <a:lvl5pPr marL="0" marR="0" indent="0" algn="ctr" defTabSz="308078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Light"/>
          <a:ea typeface="Helvetica Light"/>
          <a:cs typeface="Helvetica Light"/>
          <a:sym typeface="Helvetica Light"/>
        </a:defRPr>
      </a:lvl5pPr>
      <a:lvl6pPr marL="0" marR="0" indent="0" algn="ctr" defTabSz="308078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Light"/>
          <a:ea typeface="Helvetica Light"/>
          <a:cs typeface="Helvetica Light"/>
          <a:sym typeface="Helvetica Light"/>
        </a:defRPr>
      </a:lvl6pPr>
      <a:lvl7pPr marL="0" marR="0" indent="0" algn="ctr" defTabSz="308078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Light"/>
          <a:ea typeface="Helvetica Light"/>
          <a:cs typeface="Helvetica Light"/>
          <a:sym typeface="Helvetica Light"/>
        </a:defRPr>
      </a:lvl7pPr>
      <a:lvl8pPr marL="0" marR="0" indent="0" algn="ctr" defTabSz="308078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Light"/>
          <a:ea typeface="Helvetica Light"/>
          <a:cs typeface="Helvetica Light"/>
          <a:sym typeface="Helvetica Light"/>
        </a:defRPr>
      </a:lvl8pPr>
      <a:lvl9pPr marL="0" marR="0" indent="0" algn="ctr" defTabSz="308078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Light"/>
          <a:ea typeface="Helvetica Light"/>
          <a:cs typeface="Helvetica Light"/>
          <a:sym typeface="Helvetica Light"/>
        </a:defRPr>
      </a:lvl9pPr>
    </p:titleStyle>
    <p:bodyStyle>
      <a:lvl1pPr marL="231513" marR="0" indent="-231513" algn="l" defTabSz="308078" rtl="0" latinLnBrk="0">
        <a:lnSpc>
          <a:spcPct val="100000"/>
        </a:lnSpc>
        <a:spcBef>
          <a:spcPts val="2213"/>
        </a:spcBef>
        <a:spcAft>
          <a:spcPts val="0"/>
        </a:spcAft>
        <a:buClrTx/>
        <a:buSzPct val="75000"/>
        <a:buFontTx/>
        <a:buChar char="•"/>
        <a:tabLst/>
        <a:defRPr sz="1875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Light"/>
          <a:ea typeface="Helvetica Light"/>
          <a:cs typeface="Helvetica Light"/>
          <a:sym typeface="Helvetica Light"/>
        </a:defRPr>
      </a:lvl1pPr>
      <a:lvl2pPr marL="398203" marR="0" indent="-231513" algn="l" defTabSz="308078" rtl="0" latinLnBrk="0">
        <a:lnSpc>
          <a:spcPct val="100000"/>
        </a:lnSpc>
        <a:spcBef>
          <a:spcPts val="2213"/>
        </a:spcBef>
        <a:spcAft>
          <a:spcPts val="0"/>
        </a:spcAft>
        <a:buClrTx/>
        <a:buSzPct val="75000"/>
        <a:buFontTx/>
        <a:buChar char="•"/>
        <a:tabLst/>
        <a:defRPr sz="1875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Light"/>
          <a:ea typeface="Helvetica Light"/>
          <a:cs typeface="Helvetica Light"/>
          <a:sym typeface="Helvetica Light"/>
        </a:defRPr>
      </a:lvl2pPr>
      <a:lvl3pPr marL="564892" marR="0" indent="-231513" algn="l" defTabSz="308078" rtl="0" latinLnBrk="0">
        <a:lnSpc>
          <a:spcPct val="100000"/>
        </a:lnSpc>
        <a:spcBef>
          <a:spcPts val="2213"/>
        </a:spcBef>
        <a:spcAft>
          <a:spcPts val="0"/>
        </a:spcAft>
        <a:buClrTx/>
        <a:buSzPct val="75000"/>
        <a:buFontTx/>
        <a:buChar char="•"/>
        <a:tabLst/>
        <a:defRPr sz="1875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Light"/>
          <a:ea typeface="Helvetica Light"/>
          <a:cs typeface="Helvetica Light"/>
          <a:sym typeface="Helvetica Light"/>
        </a:defRPr>
      </a:lvl3pPr>
      <a:lvl4pPr marL="731582" marR="0" indent="-231513" algn="l" defTabSz="308078" rtl="0" latinLnBrk="0">
        <a:lnSpc>
          <a:spcPct val="100000"/>
        </a:lnSpc>
        <a:spcBef>
          <a:spcPts val="2213"/>
        </a:spcBef>
        <a:spcAft>
          <a:spcPts val="0"/>
        </a:spcAft>
        <a:buClrTx/>
        <a:buSzPct val="75000"/>
        <a:buFontTx/>
        <a:buChar char="•"/>
        <a:tabLst/>
        <a:defRPr sz="1875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Light"/>
          <a:ea typeface="Helvetica Light"/>
          <a:cs typeface="Helvetica Light"/>
          <a:sym typeface="Helvetica Light"/>
        </a:defRPr>
      </a:lvl4pPr>
      <a:lvl5pPr marL="898271" marR="0" indent="-231513" algn="l" defTabSz="308078" rtl="0" latinLnBrk="0">
        <a:lnSpc>
          <a:spcPct val="100000"/>
        </a:lnSpc>
        <a:spcBef>
          <a:spcPts val="2213"/>
        </a:spcBef>
        <a:spcAft>
          <a:spcPts val="0"/>
        </a:spcAft>
        <a:buClrTx/>
        <a:buSzPct val="75000"/>
        <a:buFontTx/>
        <a:buChar char="•"/>
        <a:tabLst/>
        <a:defRPr sz="1875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Light"/>
          <a:ea typeface="Helvetica Light"/>
          <a:cs typeface="Helvetica Light"/>
          <a:sym typeface="Helvetica Light"/>
        </a:defRPr>
      </a:lvl5pPr>
      <a:lvl6pPr marL="1064961" marR="0" indent="-231513" algn="l" defTabSz="308078" rtl="0" latinLnBrk="0">
        <a:lnSpc>
          <a:spcPct val="100000"/>
        </a:lnSpc>
        <a:spcBef>
          <a:spcPts val="2213"/>
        </a:spcBef>
        <a:spcAft>
          <a:spcPts val="0"/>
        </a:spcAft>
        <a:buClrTx/>
        <a:buSzPct val="75000"/>
        <a:buFontTx/>
        <a:buChar char="•"/>
        <a:tabLst/>
        <a:defRPr sz="1875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Light"/>
          <a:ea typeface="Helvetica Light"/>
          <a:cs typeface="Helvetica Light"/>
          <a:sym typeface="Helvetica Light"/>
        </a:defRPr>
      </a:lvl6pPr>
      <a:lvl7pPr marL="1231650" marR="0" indent="-231513" algn="l" defTabSz="308078" rtl="0" latinLnBrk="0">
        <a:lnSpc>
          <a:spcPct val="100000"/>
        </a:lnSpc>
        <a:spcBef>
          <a:spcPts val="2213"/>
        </a:spcBef>
        <a:spcAft>
          <a:spcPts val="0"/>
        </a:spcAft>
        <a:buClrTx/>
        <a:buSzPct val="75000"/>
        <a:buFontTx/>
        <a:buChar char="•"/>
        <a:tabLst/>
        <a:defRPr sz="1875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Light"/>
          <a:ea typeface="Helvetica Light"/>
          <a:cs typeface="Helvetica Light"/>
          <a:sym typeface="Helvetica Light"/>
        </a:defRPr>
      </a:lvl7pPr>
      <a:lvl8pPr marL="1398341" marR="0" indent="-231513" algn="l" defTabSz="308078" rtl="0" latinLnBrk="0">
        <a:lnSpc>
          <a:spcPct val="100000"/>
        </a:lnSpc>
        <a:spcBef>
          <a:spcPts val="2213"/>
        </a:spcBef>
        <a:spcAft>
          <a:spcPts val="0"/>
        </a:spcAft>
        <a:buClrTx/>
        <a:buSzPct val="75000"/>
        <a:buFontTx/>
        <a:buChar char="•"/>
        <a:tabLst/>
        <a:defRPr sz="1875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Light"/>
          <a:ea typeface="Helvetica Light"/>
          <a:cs typeface="Helvetica Light"/>
          <a:sym typeface="Helvetica Light"/>
        </a:defRPr>
      </a:lvl8pPr>
      <a:lvl9pPr marL="1565030" marR="0" indent="-231513" algn="l" defTabSz="308078" rtl="0" latinLnBrk="0">
        <a:lnSpc>
          <a:spcPct val="100000"/>
        </a:lnSpc>
        <a:spcBef>
          <a:spcPts val="2213"/>
        </a:spcBef>
        <a:spcAft>
          <a:spcPts val="0"/>
        </a:spcAft>
        <a:buClrTx/>
        <a:buSzPct val="75000"/>
        <a:buFontTx/>
        <a:buChar char="•"/>
        <a:tabLst/>
        <a:defRPr sz="1875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Light"/>
          <a:ea typeface="Helvetica Light"/>
          <a:cs typeface="Helvetica Light"/>
          <a:sym typeface="Helvetica Light"/>
        </a:defRPr>
      </a:lvl9pPr>
    </p:bodyStyle>
    <p:otherStyle>
      <a:lvl1pPr marL="0" marR="0" indent="0" algn="ctr" defTabSz="308078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1pPr>
      <a:lvl2pPr marL="0" marR="0" indent="0" algn="ctr" defTabSz="308078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2pPr>
      <a:lvl3pPr marL="0" marR="0" indent="0" algn="ctr" defTabSz="308078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3pPr>
      <a:lvl4pPr marL="0" marR="0" indent="0" algn="ctr" defTabSz="308078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4pPr>
      <a:lvl5pPr marL="0" marR="0" indent="0" algn="ctr" defTabSz="308078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5pPr>
      <a:lvl6pPr marL="0" marR="0" indent="0" algn="ctr" defTabSz="308078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6pPr>
      <a:lvl7pPr marL="0" marR="0" indent="0" algn="ctr" defTabSz="308078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7pPr>
      <a:lvl8pPr marL="0" marR="0" indent="0" algn="ctr" defTabSz="308078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8pPr>
      <a:lvl9pPr marL="0" marR="0" indent="0" algn="ctr" defTabSz="308078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119">
            <a:extLst>
              <a:ext uri="{FF2B5EF4-FFF2-40B4-BE49-F238E27FC236}">
                <a16:creationId xmlns:a16="http://schemas.microsoft.com/office/drawing/2014/main" id="{CCAF4C5B-DAF4-9648-9623-34546EDCD1C8}"/>
              </a:ext>
            </a:extLst>
          </p:cNvPr>
          <p:cNvSpPr txBox="1">
            <a:spLocks/>
          </p:cNvSpPr>
          <p:nvPr/>
        </p:nvSpPr>
        <p:spPr>
          <a:xfrm>
            <a:off x="305839" y="3810000"/>
            <a:ext cx="8726649" cy="11228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71437" tIns="71437" rIns="71437" bIns="71437" anchor="b">
            <a:noAutofit/>
          </a:bodyPr>
          <a:lstStyle>
            <a:lvl1pPr marL="0" marR="0" indent="0" algn="ctr" defTabSz="41076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Light"/>
                <a:ea typeface="Helvetica Light"/>
                <a:cs typeface="Helvetica Light"/>
                <a:sym typeface="Helvetica Light"/>
              </a:defRPr>
            </a:lvl1pPr>
            <a:lvl2pPr marL="0" marR="0" indent="0" algn="ctr" defTabSz="41076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Light"/>
                <a:ea typeface="Helvetica Light"/>
                <a:cs typeface="Helvetica Light"/>
                <a:sym typeface="Helvetica Light"/>
              </a:defRPr>
            </a:lvl2pPr>
            <a:lvl3pPr marL="0" marR="0" indent="0" algn="ctr" defTabSz="41076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Light"/>
                <a:ea typeface="Helvetica Light"/>
                <a:cs typeface="Helvetica Light"/>
                <a:sym typeface="Helvetica Light"/>
              </a:defRPr>
            </a:lvl3pPr>
            <a:lvl4pPr marL="0" marR="0" indent="0" algn="ctr" defTabSz="41076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Light"/>
                <a:ea typeface="Helvetica Light"/>
                <a:cs typeface="Helvetica Light"/>
                <a:sym typeface="Helvetica Light"/>
              </a:defRPr>
            </a:lvl4pPr>
            <a:lvl5pPr marL="0" marR="0" indent="0" algn="ctr" defTabSz="41076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Light"/>
                <a:ea typeface="Helvetica Light"/>
                <a:cs typeface="Helvetica Light"/>
                <a:sym typeface="Helvetica Light"/>
              </a:defRPr>
            </a:lvl5pPr>
            <a:lvl6pPr marL="0" marR="0" indent="0" algn="ctr" defTabSz="41076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Light"/>
                <a:ea typeface="Helvetica Light"/>
                <a:cs typeface="Helvetica Light"/>
                <a:sym typeface="Helvetica Light"/>
              </a:defRPr>
            </a:lvl6pPr>
            <a:lvl7pPr marL="0" marR="0" indent="0" algn="ctr" defTabSz="41076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Light"/>
                <a:ea typeface="Helvetica Light"/>
                <a:cs typeface="Helvetica Light"/>
                <a:sym typeface="Helvetica Light"/>
              </a:defRPr>
            </a:lvl7pPr>
            <a:lvl8pPr marL="0" marR="0" indent="0" algn="ctr" defTabSz="41076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Light"/>
                <a:ea typeface="Helvetica Light"/>
                <a:cs typeface="Helvetica Light"/>
                <a:sym typeface="Helvetica Light"/>
              </a:defRPr>
            </a:lvl8pPr>
            <a:lvl9pPr marL="0" marR="0" indent="0" algn="ctr" defTabSz="41076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Light"/>
                <a:ea typeface="Helvetica Light"/>
                <a:cs typeface="Helvetica Light"/>
                <a:sym typeface="Helvetica Light"/>
              </a:defRPr>
            </a:lvl9pPr>
          </a:lstStyle>
          <a:p>
            <a:pPr algn="l" defTabSz="227978" hangingPunct="1">
              <a:defRPr sz="8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 lang="de-DE" sz="3600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 defTabSz="227978" hangingPunct="1">
              <a:defRPr sz="8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 lang="de-DE" sz="3600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 defTabSz="227978" hangingPunct="1">
              <a:defRPr sz="8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de-DE" sz="2800" dirty="0">
                <a:solidFill>
                  <a:schemeClr val="bg1"/>
                </a:solidFill>
              </a:rPr>
              <a:t>Sven Hennessen</a:t>
            </a:r>
          </a:p>
          <a:p>
            <a:pPr algn="l" defTabSz="227978" hangingPunct="1">
              <a:defRPr sz="8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de-DE" sz="3200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.NET Aspire in der Praxis:</a:t>
            </a:r>
            <a:br>
              <a:rPr lang="de-DE" sz="3200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de-DE" sz="3200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Von lokaler Entwicklung bis zum Deployment</a:t>
            </a:r>
          </a:p>
        </p:txBody>
      </p:sp>
      <p:sp>
        <p:nvSpPr>
          <p:cNvPr id="13" name="Shape 120">
            <a:extLst>
              <a:ext uri="{FF2B5EF4-FFF2-40B4-BE49-F238E27FC236}">
                <a16:creationId xmlns:a16="http://schemas.microsoft.com/office/drawing/2014/main" id="{7C4B1164-C570-7242-9C6E-37EC3ED1E6A8}"/>
              </a:ext>
            </a:extLst>
          </p:cNvPr>
          <p:cNvSpPr/>
          <p:nvPr/>
        </p:nvSpPr>
        <p:spPr>
          <a:xfrm>
            <a:off x="544452" y="2592276"/>
            <a:ext cx="54166" cy="3618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26789" tIns="26789" rIns="26789" bIns="26789" anchor="ctr">
            <a:spAutoFit/>
          </a:bodyPr>
          <a:lstStyle>
            <a:lvl1pPr>
              <a:defRPr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/>
            <a:endParaRPr sz="2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"/>
        <a:ea typeface="Helvetica"/>
        <a:cs typeface="Helvetica"/>
      </a:majorFont>
      <a:minorFont>
        <a:latin typeface="Helvetica Neue"/>
        <a:ea typeface="Helvetica Neue"/>
        <a:cs typeface="Helvetica Neue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50800" dist="25400" dir="5400000" rotWithShape="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50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Light"/>
            <a:ea typeface="Helvetica Light"/>
            <a:cs typeface="Helvetica Light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50800" dist="25400" dir="5400000" rotWithShape="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50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Light"/>
            <a:ea typeface="Helvetica Light"/>
            <a:cs typeface="Helvetica Light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"/>
        <a:ea typeface="Helvetica"/>
        <a:cs typeface="Helvetica"/>
      </a:majorFont>
      <a:minorFont>
        <a:latin typeface="Helvetica Neue"/>
        <a:ea typeface="Helvetica Neue"/>
        <a:cs typeface="Helvetica Neue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50800" dist="25400" dir="5400000" rotWithShape="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50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Light"/>
            <a:ea typeface="Helvetica Light"/>
            <a:cs typeface="Helvetica Light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50800" dist="25400" dir="5400000" rotWithShape="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50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Light"/>
            <a:ea typeface="Helvetica Light"/>
            <a:cs typeface="Helvetica Light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</Words>
  <Application>Microsoft Macintosh PowerPoint</Application>
  <PresentationFormat>Bildschirmpräsentation (16:9)</PresentationFormat>
  <Paragraphs>4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Arial</vt:lpstr>
      <vt:lpstr>Helvetica Light</vt:lpstr>
      <vt:lpstr>Helvetica Neue</vt:lpstr>
      <vt:lpstr>White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Titel der Session</dc:title>
  <cp:lastModifiedBy>Hannes Hafenbrack</cp:lastModifiedBy>
  <cp:revision>15</cp:revision>
  <dcterms:modified xsi:type="dcterms:W3CDTF">2026-02-11T12:40:16Z</dcterms:modified>
</cp:coreProperties>
</file>